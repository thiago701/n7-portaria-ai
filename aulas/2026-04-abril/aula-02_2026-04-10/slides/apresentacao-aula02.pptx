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02 — Banco de Dados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Caderno de Registros Digital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n7-portaria-ai | 10/04/2026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da Aula 01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1188720" y="1508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Estruturamos nosso ambiente de desenvolvimento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1188720" y="2377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Aprendemos sobre Python e venv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1188720" y="3246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Criamos nosso primeiro programa: hello_portaria.py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1188720" y="4114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Entendemos Git e seus comandos principais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188720" y="4983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Conhecemos a arquitetura do projeto n7-portaria-ai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Banco de Dados?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banco de dados é como um arquivo de documentos bem organizado!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Gavetas = Tabelas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Pastas = Grupos de dados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40080" y="4937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 = Registros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usar Banco de Dados?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Organiza informações sistematicamente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Recupera dados rapidamente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Protege informações sensíveis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Evita duplicação de dados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Permite múltiplos usuários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Tabelas, Colunas e Linhas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Tabela: moradores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27432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Apartamento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4008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91440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274320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Ademilson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457200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640080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98765-4321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91440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274320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7" name="Text 25"/>
          <p:cNvSpPr/>
          <p:nvPr/>
        </p:nvSpPr>
        <p:spPr>
          <a:xfrm>
            <a:off x="457200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640080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98765-5432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1" name="Text 29"/>
          <p:cNvSpPr/>
          <p:nvPr/>
        </p:nvSpPr>
        <p:spPr>
          <a:xfrm>
            <a:off x="91440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3" name="Text 31"/>
          <p:cNvSpPr/>
          <p:nvPr/>
        </p:nvSpPr>
        <p:spPr>
          <a:xfrm>
            <a:off x="274320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5" name="Text 33"/>
          <p:cNvSpPr/>
          <p:nvPr/>
        </p:nvSpPr>
        <p:spPr>
          <a:xfrm>
            <a:off x="457200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7" name="Text 35"/>
          <p:cNvSpPr/>
          <p:nvPr/>
        </p:nvSpPr>
        <p:spPr>
          <a:xfrm>
            <a:off x="640080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98765-6543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Colunas = Propriedades | Linhas = Registros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0" name="Text 38"/>
          <p:cNvSpPr/>
          <p:nvPr/>
        </p:nvSpPr>
        <p:spPr>
          <a:xfrm>
            <a:off x="1005840" y="45720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0584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 coluna tem um tipo de dado (texto, número, data, etc.)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5840" y="5212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 linha é um registro completo e único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05840" y="5532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= chave primária (identifica cada registro)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A Linguagem do Banco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280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uma nova tabela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516636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1280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 um novo registro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77724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788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dados da tabela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516636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2788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 dados existentes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77724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um registro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516636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Apaga uma tabela inteira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Nosso Banco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SQLite?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Um banco de dados leve e portátil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Armazenado em um único arquivo (.db ou .sqlite)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 necessidade de servidor complexo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Perfeito para aplicações pequenas e médias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Integrado em Python (sqlite3)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arquivo: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1005840" y="4069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portaria.db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Vantagens: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Simples de instalar e usar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Ideal para aprendizado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Usado em muitos apps reais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a Tabela: moradores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moradores (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INTEGER PRIMARY KEY,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 TEXT NOT NULL,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apartamento TEXT NOT NULL,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telefone TEXT,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data_cadastro DATETIME DEFAULT CURRENT_TIMESTAMP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669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 dos tipos: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e SELECT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Inserir dados: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moradores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(nome, apartamento, telefone)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('Ademilson', '302', '98765-4321');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dados: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502920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moradores;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nome, apartamento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moradores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1;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731520" y="47091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um SELECT: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914400" y="5029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3383280" y="5029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4" name="Text 22"/>
          <p:cNvSpPr/>
          <p:nvPr/>
        </p:nvSpPr>
        <p:spPr>
          <a:xfrm>
            <a:off x="5852160" y="5029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apartamento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914400" y="5303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8" name="Text 26"/>
          <p:cNvSpPr/>
          <p:nvPr/>
        </p:nvSpPr>
        <p:spPr>
          <a:xfrm>
            <a:off x="3383280" y="5303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Ademilson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0" name="Text 28"/>
          <p:cNvSpPr/>
          <p:nvPr/>
        </p:nvSpPr>
        <p:spPr>
          <a:xfrm>
            <a:off x="5852160" y="5303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da Prática!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construir hoje: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182880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criar_banco.py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1828800" y="3017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schema.sql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aprender a criar um banco de dados SQLite, definir tabelas e inserir dados reais da portaria!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Parabéns! Você é um Cientista de Dados!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Entendemos o conceito de banco de dados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Aprendemos SQL e seus comandos principais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Criamos uma tabela e inserimos dados com SQLite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03 — CRUD Completo: Criar, Ler, Atualizar e Apagar Dados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2026-04-03T17:38:28Z</dcterms:created>
  <dcterms:modified xsi:type="dcterms:W3CDTF">2026-04-03T17:38:28Z</dcterms:modified>
</cp:coreProperties>
</file>