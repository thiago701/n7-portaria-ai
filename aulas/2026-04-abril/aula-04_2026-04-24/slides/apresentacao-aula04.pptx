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04 — API REST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Garçom Digital do Nosso Sistema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n7-portaria-ai | 24/04/2026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Aula 03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totalmente funcional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SQLite integrados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interativo criado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de erros implementado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Agora: vamos levar isso para a web!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 Servidor Web?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Analogia: Uma cozinha de restaurante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(você) faz o pedido → Servidor recebe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processa → prepara a resposta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envia de volta → você recebe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funcionando 24/7, sempre disponível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O Garçom Digital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265176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(Garçom)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457200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(Cozinha)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649224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(Despensa)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Requisição → Resposta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— A Linguagem da Web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→ Pedir dados (ler informação)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→ Enviar dados (criar algo novo)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→ Atualizar dados existentes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→ Remover dados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método tem um propósito específico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— O Formato Universal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"id": 1,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"nome": "João Silva",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"apartamento": "101",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"telefone": "11987654321",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"ativo": true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Legível, simples e usado em toda web!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— Nosso Framework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Python para criar APIs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 e fácil de usar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Perfeito para começar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flask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 para criar servidores web!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 em Flask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@app.route('/')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inicio():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return 'Bem-vindo!'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@app.route('/api/moradores')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listar_moradores():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return obter_dados()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rota é um endereço do seu servidor!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da Prática!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Arquivo: app.py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criar nossa primeira API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3 rotas essenciais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com nosso banco de dados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com um cliente HTTP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sistema agora será acessível!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é o coração de aplicações modernas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transformou seu programa em um serviço web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Proxima aula: Interface Web — a cara bonita do sistema!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está no caminho certo, Ademilson!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2026-04-03T17:38:07Z</dcterms:created>
  <dcterms:modified xsi:type="dcterms:W3CDTF">2026-04-03T17:38:07Z</dcterms:modified>
</cp:coreProperties>
</file>