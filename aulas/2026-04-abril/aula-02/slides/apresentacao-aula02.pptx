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AULA 02 | FASE 1 — FUNDAÇÃO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Dados: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Caderno de Registros Digital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SQL, SQLite e primeiras tabelas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de Abril de 2026 • n7 Tech • Thiago &amp; Ademilson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vamos aprender hoje?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070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da Aula 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9842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Banco de Dados?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6148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Tabelas, Colunas e Linhas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538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A Linguagem Universal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3159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— Nosso Banco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074920"/>
            <a:ext cx="457200" cy="4572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0932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Prática: criar_banco.py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= Armário de Arquivos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828800" cy="10972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Gavetas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Tabelas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1828800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Grupos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1828800" cy="109728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828800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Colunas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banco de dados organiza informações para acesso rápido!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Tabelas, Colunas e Linhas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18872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18872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Apartamento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18872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16459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6459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Silva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16459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123.456.789-00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6459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16459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2103120"/>
            <a:ext cx="146304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03120" y="2103120"/>
            <a:ext cx="146304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Santos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2103120"/>
            <a:ext cx="146304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987.654.321-00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2103120"/>
            <a:ext cx="146304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2103120"/>
            <a:ext cx="146304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25603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25603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Costa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66160" y="25603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456.789.123-00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0" y="25603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256032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98080" y="822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 = Propriedades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98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= Registros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3108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= Chave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Primária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— A Linguagem do Banco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1645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TABLE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tabela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188720"/>
            <a:ext cx="2468880" cy="1645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4612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 dado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188720"/>
            <a:ext cx="246888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2468880" cy="1645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 dado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108960"/>
            <a:ext cx="2468880" cy="16459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dado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3108960"/>
            <a:ext cx="2468880" cy="16459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DROP 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Apaga tabela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 — Nosso Banco de 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SQLite?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 e portátil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Banco em arquivo único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Integrado ao 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 servidor externo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Perfeito para aprender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SQLite?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Simples de usar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Ótimo para aprender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Usado em apps reais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WhatsApp, Instagram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Estável e confiável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TABLE — Criando Nossa Tabela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solidFill>
            <a:srgbClr val="2B3E50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moradores 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INTEGER PRIMARY KEY,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 TEXT NOT NULL,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cpf TEXT UNIQUE NOT NULL,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apartamento INTEGER,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bloco TEXT DEFAULT 'A'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Restrições de Coluna: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KEY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cada registro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4434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NULL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obrigatório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5029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únicos apenas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DEFAULT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5029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padrão se não informado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INSERT e SELECT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INSERT — Adicionar Dados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moradores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(nome, cpf, apartamento)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('Maria Silva',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'123.456.789-00', 101);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 — Consultar Dados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91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moradores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apartamento &gt; 100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nome;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 da Consulta: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411480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411480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1828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4480560"/>
            <a:ext cx="182880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Silva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4480560"/>
            <a:ext cx="182880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123.456.789-00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4480560"/>
            <a:ext cx="182880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 da Prática!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1280160"/>
            <a:ext cx="7040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2801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schema.sql e completar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17320" y="2194560"/>
            <a:ext cx="7040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194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criar_banco.py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17320" y="3108960"/>
            <a:ext cx="7040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1089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e ver resultado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417320" y="4023360"/>
            <a:ext cx="7040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40233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projeto_portaria_completo.sql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17320" y="4937760"/>
            <a:ext cx="7040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4937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no Git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Parabéns!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Seu Primeiro Banco de Dados!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Entendeu SQL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Conhece SQLite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Criou uma tabela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31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Próxima aula: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251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CRUD — As 4 Operações Mágicas do Programador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Ademilson, seus dados agora são persistentes.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é poder!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2026-04-04T00:10:31Z</dcterms:created>
  <dcterms:modified xsi:type="dcterms:W3CDTF">2026-04-04T00:10:31Z</dcterms:modified>
</cp:coreProperties>
</file>