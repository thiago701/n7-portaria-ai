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AULA 04 | FASE 1 — FUNDAÇÃO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REST: O Garçom Digital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seu primeiro servidor web com Flask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de Abril de 2026 • n7 Tech • Thiago &amp; Ademilson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vamos aprender hoje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Revisão da Aula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 que é um Servidor Web?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HTTP — A Língua da Internet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703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JSON — O Formato Universal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389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Flask — Nosso Framework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5074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Prática: app.py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= O Garçom do Restaurante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645920" cy="109728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73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(Você)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1645920"/>
            <a:ext cx="1645920" cy="1097280"/>
          </a:xfrm>
          <a:prstGeom prst="roundRect">
            <a:avLst/>
          </a:prstGeom>
          <a:solidFill>
            <a:srgbClr val="F39C12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7373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Garçom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(API)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1645920" cy="109728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7373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Cozinha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(Servidor)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1645920"/>
            <a:ext cx="1645920" cy="109728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7373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Despensa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(Banco)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1965960"/>
            <a:ext cx="548640" cy="45720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965960"/>
            <a:ext cx="548640" cy="45720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0" y="1965960"/>
            <a:ext cx="548640" cy="45720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Requisição → Processamento → Resposta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 — A Linguagem da Web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828800" cy="256032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dados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Pedir um café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645920"/>
            <a:ext cx="1828800" cy="256032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06040" y="27432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dados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Fazer um pedido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1828800" cy="2560320"/>
          </a:xfrm>
          <a:prstGeom prst="roundRect">
            <a:avLst/>
          </a:prstGeom>
          <a:solidFill>
            <a:srgbClr val="F39C12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 dados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Trocar o pedido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1645920"/>
            <a:ext cx="1828800" cy="256032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DELETE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20840" y="27432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 dados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Cancelar um prato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JSON — O Formato Universal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228600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828800"/>
            <a:ext cx="6766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1,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"nome": "Ademilson",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"apartamento": 301,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"ativo": true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Legível, simples e usado em toda a web!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 — Nosso Framework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Python para criar APIs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0" cy="109728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 e simples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2103120"/>
            <a:ext cx="3657600" cy="109728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Perfeito para começar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3657600" cy="1097280"/>
          </a:xfrm>
          <a:prstGeom prst="roundRect">
            <a:avLst/>
          </a:prstGeom>
          <a:solidFill>
            <a:srgbClr val="F39C12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49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 install flask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3749040"/>
            <a:ext cx="3657600" cy="109728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749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Cria servidores web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Rotas em Flask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292608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@app.route('/api/moradores', methods=['GET'])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get_moradores():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jsonify(moradores)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@app.route('/api/moradores/&lt;id&gt;', methods=['GET'])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get_morador(id):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jsonify(find_morador(id))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rota é um endereço do seu servidor!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Nosso Sistema Completo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645920" cy="73152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Navegador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31720" y="2057400"/>
            <a:ext cx="54864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1828800"/>
            <a:ext cx="1645920" cy="73152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2057400"/>
            <a:ext cx="54864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828800"/>
            <a:ext cx="1645920" cy="731520"/>
          </a:xfrm>
          <a:prstGeom prst="roundRect">
            <a:avLst/>
          </a:prstGeom>
          <a:solidFill>
            <a:srgbClr val="F39C12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Service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2057400"/>
            <a:ext cx="54864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828800"/>
            <a:ext cx="1645920" cy="73152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 DB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Mapeado na Clean Architecture: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(Navegador)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474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(API/Service)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3474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(Banco de Dados)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Hora da Prática!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4114800" cy="9144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4114800" cy="9144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Instalar Flask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645920"/>
            <a:ext cx="4114800" cy="91440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645920"/>
            <a:ext cx="4114800" cy="9144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Abrir app.py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91440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4114800" cy="9144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Implementar GET /api/moradores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926080"/>
            <a:ext cx="4114800" cy="91440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926080"/>
            <a:ext cx="4114800" cy="9144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Implementar POST /api/moradores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114800" cy="9144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06240"/>
            <a:ext cx="4114800" cy="9144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Implementar GET /api/moradores/&lt;id&gt;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4206240"/>
            <a:ext cx="4114800" cy="91440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206240"/>
            <a:ext cx="4114800" cy="9144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Testar + Commit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Seu Sistema Agora é Acessível pela Web!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Você entendeu como funciona uma API REST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Criou suas primeiras rotas em Flask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Agora seu sistema é acessível pela web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 Interface Gráfica — Dando Rosto ao Sistema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Ademilson, você acabou de criar um servidor web. Isso é incrível!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2026-04-04T00:11:06Z</dcterms:created>
  <dcterms:modified xsi:type="dcterms:W3CDTF">2026-04-04T00:11:06Z</dcterms:modified>
</cp:coreProperties>
</file>