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AULA 03 | FASE 1 — FUNDAÇÃO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CRUD: As 4 Operações Mágicas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Criar, Ler, Atualizar e Deletar dados com Python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de Abril de 2026 • n7 Tech • Thiago &amp; Ademilson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vamos aprender hoje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2801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da Aula 02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457200" cy="45720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é CRUD?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834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Funções em Python (revisão)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611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+ SQLite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457200" cy="45720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4389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try/except (tratamento de erros)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5166360"/>
            <a:ext cx="457200" cy="45720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371600" y="5166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Prática: moradores_crud.py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é CRUD?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28800" cy="2286000"/>
          </a:xfrm>
          <a:prstGeom prst="rect">
            <a:avLst/>
          </a:prstGeom>
          <a:solidFill>
            <a:srgbClr val="2ECC71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514600" y="1371600"/>
            <a:ext cx="18288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2606040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0604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1460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1828800" cy="2286000"/>
          </a:xfrm>
          <a:prstGeom prst="rect">
            <a:avLst/>
          </a:prstGeom>
          <a:solidFill>
            <a:srgbClr val="F39C12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663440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629400" y="1371600"/>
            <a:ext cx="1828800" cy="2286000"/>
          </a:xfrm>
          <a:prstGeom prst="rect">
            <a:avLst/>
          </a:prstGeom>
          <a:solidFill>
            <a:srgbClr val="E74C3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15544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720840" y="22402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Deletar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0" y="2743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4 operações fundamentais para trabalhar com dados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Analogia: Sua Agenda de Contatos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➕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Adicionar contato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Create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 lista de contatos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423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Read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✏️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63040" y="34290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Editar número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3429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Update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389120"/>
            <a:ext cx="548640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Apagar contato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44348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Delete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CRUD = Tudo que você faz com contatos!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Funções em Python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solidFill>
            <a:srgbClr val="34495E"/>
          </a:solidFill>
          <a:ln w="254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7132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nome_funcao(parametros):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Código aqui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resultado = fazer_algo()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resultado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Chamando a função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resposta = nome_funcao(arg1, arg2)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Parametros: dados que a função recebe 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5394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Return: resultado que a função devolve ↑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Python + SQLite3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4389120"/>
          </a:xfrm>
          <a:prstGeom prst="rect">
            <a:avLst/>
          </a:prstGeom>
          <a:solidFill>
            <a:srgbClr val="34495E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371600"/>
            <a:ext cx="71323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sqlite3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Conectar ao banco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conexao = sqlite3.connect('database.db')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 = conexao.cursor()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Executar comando SQL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cursor.execute('INSERT INTO usuarios VALUES (...)')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Buscar dados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= cursor.fetchall()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Confirmar e fechar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conexao.commit()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conexao.close()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try/except: O Cinto de Segurança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25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O cinto não impede acidentes, mas protege! 🛡️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7680960" cy="2560320"/>
          </a:xfrm>
          <a:prstGeom prst="rect">
            <a:avLst/>
          </a:prstGeom>
          <a:solidFill>
            <a:srgbClr val="34495E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51760"/>
            <a:ext cx="7132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Código que pode gerar erro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numero = int(input("Digite um número: "))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resultado = 10 / numero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ValueError: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print("Erro: isso não é um número!")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ZeroDivisionError: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print("Erro: não pode dividir por zero!")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Erros são normais → preparamos para eles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Menu do Sistema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280160" cy="7315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48840" y="1371600"/>
            <a:ext cx="1280160" cy="73152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240280" y="1691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1371600"/>
            <a:ext cx="1280160" cy="7315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57600" y="1691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240280"/>
            <a:ext cx="1280160" cy="7315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2860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148840" y="2240280"/>
            <a:ext cx="1280160" cy="7315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22860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2240280" y="2560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Desativar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2240280"/>
            <a:ext cx="1280160" cy="73152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2860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57600" y="2560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98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Fácil, intuitivo e poderoso!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Hora da Prática!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48640" cy="548640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moradores_crud.py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548640" cy="5486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14884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cadastrar_morador()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548640" cy="5486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28803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listar_moradores()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566160"/>
            <a:ext cx="548640" cy="5486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66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6118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buscar_morador()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297680"/>
            <a:ext cx="548640" cy="54864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34340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desativar_morador()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5029200"/>
            <a:ext cx="548640" cy="548640"/>
          </a:xfrm>
          <a:prstGeom prst="ellipse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63040" y="507492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Testar tudo + Commit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CC7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Parabéns! CRUD Dominado!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0" y="21031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Criar dados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2743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Ler dados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3383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Atualizar dados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Deletar dados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aula: API REST — O Garçom Digital do Sistema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943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Ademilson, você agora controla dados como um profissional!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2026-04-04T00:10:39Z</dcterms:created>
  <dcterms:modified xsi:type="dcterms:W3CDTF">2026-04-04T00:10:39Z</dcterms:modified>
</cp:coreProperties>
</file>