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AULA 05 | FASE 1 — FUNDAÇÃO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Interface Gráfica: Dando Rosto ao Sistema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Criando a vitrine do nosso programa com CustomTkinter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de Abril de 2026 • n7 Tech • Thiago &amp; Ademilson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Revisão da Jornada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731520" cy="731520"/>
          </a:xfrm>
          <a:prstGeom prst="ellipse">
            <a:avLst/>
          </a:prstGeom>
          <a:solidFill>
            <a:srgbClr val="3498D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82880" y="2651760"/>
            <a:ext cx="1280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920240" y="1828800"/>
            <a:ext cx="731520" cy="731520"/>
          </a:xfrm>
          <a:prstGeom prst="ellipse">
            <a:avLst/>
          </a:prstGeom>
          <a:solidFill>
            <a:srgbClr val="2ECC7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645920" y="2651760"/>
            <a:ext cx="1280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828800"/>
            <a:ext cx="731520" cy="731520"/>
          </a:xfrm>
          <a:prstGeom prst="ellipse">
            <a:avLst/>
          </a:prstGeom>
          <a:solidFill>
            <a:srgbClr val="F39C1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108960" y="2651760"/>
            <a:ext cx="1280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828800"/>
            <a:ext cx="731520" cy="731520"/>
          </a:xfrm>
          <a:prstGeom prst="ellipse">
            <a:avLst/>
          </a:prstGeom>
          <a:solidFill>
            <a:srgbClr val="9B59B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2651760"/>
            <a:ext cx="1280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1828800"/>
            <a:ext cx="731520" cy="731520"/>
          </a:xfrm>
          <a:prstGeom prst="ellipse">
            <a:avLst/>
          </a:prstGeom>
          <a:solidFill>
            <a:srgbClr val="E74C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035040" y="2651760"/>
            <a:ext cx="1280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Interface!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1737360"/>
            <a:ext cx="914400" cy="914400"/>
          </a:xfrm>
          <a:prstGeom prst="ellipse">
            <a:avLst/>
          </a:prstGeom>
          <a:solidFill>
            <a:srgbClr val="FFFFFF">
              <a:alpha val="0"/>
            </a:srgbClr>
          </a:solidFill>
          <a:ln w="38100">
            <a:solidFill>
              <a:srgbClr val="F1C40F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57200" y="4754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Nossa jornada de 5 semanas construindo um programa COMPLETO!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é GUI?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 = Graphical User Interface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3840480" cy="13716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Até agora: LOJA SEM VITRINE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nos bastidores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Usando terminal/CLI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920240"/>
            <a:ext cx="3840480" cy="13716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2011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Hoje: ADICIONAMOS A VITRINE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24688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bonita e intuitiva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Usando GUI!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vs Web Comparison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206240"/>
            <a:ext cx="3657600" cy="1463040"/>
          </a:xfrm>
          <a:prstGeom prst="rect">
            <a:avLst/>
          </a:prstGeom>
          <a:solidFill>
            <a:srgbClr val="F5F7FA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2976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Desktop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(CustomTkinter)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4206240"/>
            <a:ext cx="3657600" cy="1463040"/>
          </a:xfrm>
          <a:prstGeom prst="rect">
            <a:avLst/>
          </a:prstGeom>
          <a:solidFill>
            <a:srgbClr val="F5F7FA"/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42976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Web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(HTML/React futuramente)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CustomTkinter vs Tkinter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41148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554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Tkinter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Aparência de 1990s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Interface feia e datada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Difícil de personalizar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Sem tema moderno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931920" cy="41148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554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CustomTkinter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937760" y="21945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Aparência moderna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Interface limpa e profissional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Fácil de personalizar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Tema dark/light nativo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Mesma lógica, mas muito mais bonito!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Widgets — Os Tijolos da Interface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1371600"/>
            <a:ext cx="1536192" cy="118872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08760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CTkLabel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Texto/Rótulo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947672" y="1371600"/>
            <a:ext cx="1536192" cy="11887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47672" y="1508760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CTkEntry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47672" y="192024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 Entrada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29584" y="1371600"/>
            <a:ext cx="1536192" cy="1188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9584" y="1508760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CTkButton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9584" y="192024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11496" y="1371600"/>
            <a:ext cx="1536192" cy="11887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11496" y="1508760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CTkFrame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11496" y="192024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Contêiner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93408" y="1371600"/>
            <a:ext cx="1536192" cy="11887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93408" y="1508760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CTkScrollableFrame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93408" y="192024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Rolável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widget é um componente reutilizável que você combina para construir sua interface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Anatomia da Nossa Tela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98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Formulário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338328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926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Apartamento: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3291840"/>
            <a:ext cx="338328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749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Telefone: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338328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4572000"/>
            <a:ext cx="1600200" cy="3200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5720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4572000"/>
            <a:ext cx="1600200" cy="3200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45720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Limpar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371600"/>
            <a:ext cx="393192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554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Lista de Moradores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37760" y="2103120"/>
            <a:ext cx="3383280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148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Silva - Apto 101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2606040"/>
            <a:ext cx="3383280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651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Carlos João - Apto 205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37760" y="3108960"/>
            <a:ext cx="3383280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3154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 Santos - Apto 312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37760" y="3611880"/>
            <a:ext cx="3383280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3657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João Costa - Apto 418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Eventos — Quando o Botão é Clicado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1371600" cy="82296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7830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Usuário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74520" y="1965960"/>
            <a:ext cx="137160" cy="18288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7400" y="1645920"/>
            <a:ext cx="1371600" cy="8229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57400" y="17830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'click'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965960"/>
            <a:ext cx="137160" cy="18288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1645920"/>
            <a:ext cx="1371600" cy="8229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17830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74920" y="1965960"/>
            <a:ext cx="137160" cy="18288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57800" y="1645920"/>
            <a:ext cx="1371600" cy="82296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7800" y="17830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965960"/>
            <a:ext cx="137160" cy="18288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1645920"/>
            <a:ext cx="1371600" cy="8229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17830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atualizada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8229600" cy="2560320"/>
          </a:xfrm>
          <a:prstGeom prst="rect">
            <a:avLst/>
          </a:prstGeom>
          <a:solidFill>
            <a:srgbClr val="2C3E50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10896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 = CTkButton(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master=app,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text="Cadastrar",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command=add_morador  # Função executada ao clicar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button.pack()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add_morador():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Busca dados dos campos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Insere no banco de dados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Atualiza lista na tela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Conectando com o Banco de Dados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4114800"/>
          </a:xfrm>
          <a:prstGeom prst="rect">
            <a:avLst/>
          </a:prstGeom>
          <a:solidFill>
            <a:srgbClr val="F5F7FA"/>
          </a:solidFill>
          <a:ln w="38100">
            <a:solidFill>
              <a:srgbClr val="3498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Aula 03: CLI (terminal)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app.py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Insira o nome: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 Silva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Insira o apto: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Cadastro realizado!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06240" y="3017520"/>
            <a:ext cx="731520" cy="457200"/>
          </a:xfrm>
          <a:prstGeom prst="rightArrow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" y="35661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 código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SQLite!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931920" cy="4114800"/>
          </a:xfrm>
          <a:prstGeom prst="rect">
            <a:avLst/>
          </a:prstGeom>
          <a:solidFill>
            <a:srgbClr val="F5F7FA"/>
          </a:solidFill>
          <a:ln w="38100">
            <a:solidFill>
              <a:srgbClr val="F39C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54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Aula 05: GUI (janela)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210312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[Interface visual]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[Campo Nome:]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[Campo Apto:]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[Botão Cadastrar] ← clique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Cadastro realizado!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Hora da Prática!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371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Instalar CustomTkinter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057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Completar TODO 1 (campos)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457200" cy="45720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Completar TODO 2 (cadastrar)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429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Completar TODO 3 (carregar lista)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4114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Testar programa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4800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+ Celebrar!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1C4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🎉 FASE 1 COMPLETA! 🎉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914400" y="1737360"/>
            <a:ext cx="1097280" cy="1097280"/>
          </a:xfrm>
          <a:prstGeom prst="ellipse">
            <a:avLst/>
          </a:prstGeom>
          <a:solidFill>
            <a:srgbClr val="3498DB"/>
          </a:solidFill>
          <a:ln w="25400">
            <a:solidFill>
              <a:srgbClr val="F1C40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92024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Setup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377440" y="1737360"/>
            <a:ext cx="1097280" cy="1097280"/>
          </a:xfrm>
          <a:prstGeom prst="ellipse">
            <a:avLst/>
          </a:prstGeom>
          <a:solidFill>
            <a:srgbClr val="2ECC71"/>
          </a:solidFill>
          <a:ln w="25400">
            <a:solidFill>
              <a:srgbClr val="F1C4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0" y="192024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Banco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0" y="1737360"/>
            <a:ext cx="1097280" cy="1097280"/>
          </a:xfrm>
          <a:prstGeom prst="ellipse">
            <a:avLst/>
          </a:prstGeom>
          <a:solidFill>
            <a:srgbClr val="F39C12"/>
          </a:solidFill>
          <a:ln w="25400">
            <a:solidFill>
              <a:srgbClr val="F1C40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192024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CRUD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03520" y="1737360"/>
            <a:ext cx="1097280" cy="1097280"/>
          </a:xfrm>
          <a:prstGeom prst="ellipse">
            <a:avLst/>
          </a:prstGeom>
          <a:solidFill>
            <a:srgbClr val="9B59B6"/>
          </a:solidFill>
          <a:ln w="25400">
            <a:solidFill>
              <a:srgbClr val="F1C4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0" y="192024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66560" y="1737360"/>
            <a:ext cx="1097280" cy="1097280"/>
          </a:xfrm>
          <a:prstGeom prst="ellipse">
            <a:avLst/>
          </a:prstGeom>
          <a:solidFill>
            <a:srgbClr val="E74C3C"/>
          </a:solidFill>
          <a:ln w="25400">
            <a:solidFill>
              <a:srgbClr val="F1C40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192024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Você construiu um programa COMPLETO em 5 semanas!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Parabéns, Ademilson!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é um programador!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Próximos Passos — Fase 2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1828800" cy="137160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Visitantes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2240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entrada/saída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80360" y="1645920"/>
            <a:ext cx="1828800" cy="13716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036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 JOINs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71800" y="2240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Conectar tabelas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645920"/>
            <a:ext cx="1828800" cy="13716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240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Autenticar usuários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12280" y="1645920"/>
            <a:ext cx="1828800" cy="13716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03720" y="2240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Desktop para HTML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Continue praticando!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2062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programação é como um instrumento musical — quanto mais você treina, mais bom fica!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5303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1C4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Até a Fase 2! 🚀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2026-04-04T00:11:39Z</dcterms:created>
  <dcterms:modified xsi:type="dcterms:W3CDTF">2026-04-04T00:11:39Z</dcterms:modified>
</cp:coreProperties>
</file>