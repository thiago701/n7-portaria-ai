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03 — CRUD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4 Operações Mágicas do Programador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n7-portaria-ai | 17/04/2026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Aula 02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criado com sucesso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'moradores' estruturada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Primeiros comandos SQL aprendidos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de colunas e tipos de dados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Agora: vamos manipular dados!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CRUD?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(Criar)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56032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(Ler)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57200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(Atualizar)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58368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(Deletar)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4 operações fundamentais para trabalhar com dados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Analogia: Seu Telefone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→ Adicionar um novo contato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→ Ver lista de contatos ou abrir um contato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→ Editar o nome ou número de um contato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→ Remover um contato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= Tudo que você faz com contatos!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Funções em Python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nome_funcao(parametros):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# código aqui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return resultado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Parametros: dados que a função recebe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Return: resultado que a função devolve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SQLite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sqlite3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 = sqlite3.connect('banco.db')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= conn.cursor()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cursor.execute('SELECT * FROM moradores')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= cursor.fetchall()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conn.close()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try/except: Tratamento de Erros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 → o que tentamos fazer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except: → o que fazer se der erro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Analogia: usar cinto de segurança no carro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cinto não impede acidentes, mas protege!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são normais → preparamos para eles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do Sistema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Cadastrar morador novo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Listar todos os moradores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Buscar morador específico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Atualizar dados de um morador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Desativar um morador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 Sair do programa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Fácil, intuitivo e poderoso!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da Prática!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Arquivo: moradores_crud.py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implementar todas as operações CRUD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Python + SQLite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interativo funcional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de erros em tempo real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usar!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é a base de tudo em programação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aprendeu os 4 pilares: Criar, Ler, Atualizar, Deletar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Proxima aula: API REST — levamos nosso código para a web!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trabalho, Ademilson! Continue assim!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2026-04-03T17:38:07Z</dcterms:created>
  <dcterms:modified xsi:type="dcterms:W3CDTF">2026-04-03T17:38:07Z</dcterms:modified>
</cp:coreProperties>
</file>