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oval">
            <a:avLst/>
          </a:prstGeom>
          <a:solidFill>
            <a:srgbClr val="38B2A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oval">
            <a:avLst/>
          </a:prstGeom>
          <a:solidFill>
            <a:srgbClr val="2C9A94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solidFill>
            <a:srgbClr val="38B2AC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FASE 1 — FUNDAÇÃO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Montando Nosso
</a:t>
            </a:r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Canteiro de Obras </a:t>
            </a:r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projeto, ambiente Python e primeiro código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274320" cy="274320"/>
          </a:xfrm>
          <a:prstGeom prst="oval">
            <a:avLst/>
          </a:prstGeom>
          <a:solidFill>
            <a:srgbClr val="38B2A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566160"/>
            <a:ext cx="274320" cy="27432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3566160"/>
            <a:ext cx="274320" cy="27432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de Abril de 2026  •  n7 Tech  •  Thiago &amp; Ademilson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0"/>
            <a:ext cx="6400800" cy="51435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aula do projeto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n7-portaria-ai — ambiente,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primeiro código.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2743200" cy="48006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663440"/>
            <a:ext cx="2286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n7-portaria-ai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502920"/>
            <a:ext cx="457200" cy="45720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n7-portaria-ai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5212080" cy="9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216152"/>
            <a:ext cx="457200" cy="45720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216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1170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Desenvolvimento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91840" y="1764792"/>
            <a:ext cx="5212080" cy="9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929384"/>
            <a:ext cx="457200" cy="45720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929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18836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 (venv)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91840" y="2478024"/>
            <a:ext cx="5212080" cy="9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2642616"/>
            <a:ext cx="457200" cy="45720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25968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Pastas do Projeto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91840" y="3191256"/>
            <a:ext cx="5212080" cy="9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3355848"/>
            <a:ext cx="457200" cy="45720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33101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Salvando Nosso Trabalho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291840" y="3904488"/>
            <a:ext cx="5212080" cy="9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8" name="Shape 26"/>
          <p:cNvSpPr/>
          <p:nvPr/>
        </p:nvSpPr>
        <p:spPr>
          <a:xfrm>
            <a:off x="3291840" y="4069080"/>
            <a:ext cx="457200" cy="45720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Prática: hello_portaria.py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n7-portaria-ai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portaria inteligente para condomínios — IA + controle de acesso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oval">
            <a:avLst/>
          </a:prstGeom>
          <a:solidFill>
            <a:srgbClr val="38B2AC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completo de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residentes do condomínio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600200"/>
            <a:ext cx="457200" cy="457200"/>
          </a:xfrm>
          <a:prstGeom prst="oval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908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entrada 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com histórico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600200"/>
            <a:ext cx="457200" cy="457200"/>
          </a:xfrm>
          <a:prstGeom prst="oval">
            <a:avLst/>
          </a:prstGeom>
          <a:solidFill>
            <a:srgbClr val="E8734A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 autorizações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6324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291840"/>
            <a:ext cx="457200" cy="457200"/>
          </a:xfrm>
          <a:prstGeom prst="oval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em tempo real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moradores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063240"/>
            <a:ext cx="2606040" cy="54864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0" name="Shape 28"/>
          <p:cNvSpPr/>
          <p:nvPr/>
        </p:nvSpPr>
        <p:spPr>
          <a:xfrm>
            <a:off x="3474720" y="3291840"/>
            <a:ext cx="457200" cy="457200"/>
          </a:xfrm>
          <a:prstGeom prst="oval">
            <a:avLst/>
          </a:prstGeom>
          <a:solidFill>
            <a:srgbClr val="172A45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6908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Assistente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inteligente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porteiro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63240"/>
            <a:ext cx="2606040" cy="54864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9360" y="3291840"/>
            <a:ext cx="457200" cy="457200"/>
          </a:xfrm>
          <a:prstGeom prst="oval">
            <a:avLst/>
          </a:prstGeom>
          <a:solidFill>
            <a:srgbClr val="E05252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0372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0936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gráficos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relatórios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645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— do cadastro básico até inteligência artificial!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oval">
            <a:avLst/>
          </a:prstGeom>
          <a:solidFill>
            <a:srgbClr val="38B2A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oval">
            <a:avLst/>
          </a:prstGeom>
          <a:solidFill>
            <a:srgbClr val="2C9A94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= Construir uma Casa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parte de uma casa tem seu equivalente no software que vamos construir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81912"/>
            <a:ext cx="438912" cy="438912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81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2AC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que sustenta tudo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58568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331720"/>
            <a:ext cx="438912" cy="438912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042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91840" y="23042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2AC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40480" y="23042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2304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que dá forma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08376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081528"/>
            <a:ext cx="438912" cy="438912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0540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Fiação Elétrica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91840" y="30540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2AC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840480" y="30540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30540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Invisível mas essencial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58184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831336"/>
            <a:ext cx="438912" cy="438912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31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8039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Pintura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91840" y="380390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2AC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840480" y="38039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(GUI)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09360" y="38039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as pessoas veem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n7-portaria-ai  •  Neural Tech  •  Aula 01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Nossas Ferramentas de Trabalho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463040"/>
            <a:ext cx="914400" cy="914400"/>
          </a:xfrm>
          <a:prstGeom prst="oval">
            <a:avLst/>
          </a:prstGeom>
          <a:solidFill>
            <a:srgbClr val="3B82F6">
              <a:alpha val="8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código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escrevemos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097280"/>
            <a:ext cx="1965960" cy="54864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2" name="Shape 10"/>
          <p:cNvSpPr/>
          <p:nvPr/>
        </p:nvSpPr>
        <p:spPr>
          <a:xfrm>
            <a:off x="3090672" y="1463040"/>
            <a:ext cx="914400" cy="914400"/>
          </a:xfrm>
          <a:prstGeom prst="oval">
            <a:avLst/>
          </a:prstGeom>
          <a:solidFill>
            <a:srgbClr val="38B2AC">
              <a:alpha val="8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090672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5176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2918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idioma que 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entende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97280"/>
            <a:ext cx="1965960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5285232" y="1463040"/>
            <a:ext cx="914400" cy="914400"/>
          </a:xfrm>
          <a:prstGeom prst="oval">
            <a:avLst/>
          </a:prstGeom>
          <a:solidFill>
            <a:srgbClr val="E8734A">
              <a:alpha val="8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285232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84632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virtual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2918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de ferramentas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isolada por projeto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109728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1097280"/>
            <a:ext cx="1965960" cy="54864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26" name="Shape 24"/>
          <p:cNvSpPr/>
          <p:nvPr/>
        </p:nvSpPr>
        <p:spPr>
          <a:xfrm>
            <a:off x="7479792" y="1463040"/>
            <a:ext cx="914400" cy="914400"/>
          </a:xfrm>
          <a:prstGeom prst="oval">
            <a:avLst/>
          </a:prstGeom>
          <a:solidFill>
            <a:srgbClr val="172A45">
              <a:alpha val="8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479792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04088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088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versão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32918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tudo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fizemos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1645920" cy="48006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4663440"/>
            <a:ext cx="16459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n7-portaria-ai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(venv)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25603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venv é como uma caixa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ferramentas separada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projeto.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projeto tem suas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próprias ferramentas,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misturar com outras.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3200400" cy="48006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26517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n7-portaria-ai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411480"/>
            <a:ext cx="411480" cy="41148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411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365760"/>
            <a:ext cx="4572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365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2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ambiente virtual (a caixa)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1280160"/>
            <a:ext cx="411480" cy="41148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1234440"/>
            <a:ext cx="4572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234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2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0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 o ambiente (abre a caixa)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2148840"/>
            <a:ext cx="411480" cy="41148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0520" y="2103120"/>
            <a:ext cx="4572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2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6052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uma biblioteca (coloca ferramenta)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3017520"/>
            <a:ext cx="411480" cy="41148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60520" y="2971800"/>
            <a:ext cx="4572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2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6052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a lista de ferramentas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66160" y="3886200"/>
            <a:ext cx="411480" cy="41148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60520" y="3840480"/>
            <a:ext cx="4572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0" y="3840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2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6052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 o ambiente (fecha a caixa)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Pastas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n7-portaria-ai/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1214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96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templates/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723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static/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310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7856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aulas/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2611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run.py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498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requirements.txt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4114800" cy="48006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663440"/>
            <a:ext cx="32004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n7-portaria-ai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45720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457200"/>
            <a:ext cx="54864" cy="86868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5303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841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Moldes de dados — morador,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visitante, acesso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15544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155448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627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1938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da aplicação 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cada URL leva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265176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2651760"/>
            <a:ext cx="54864" cy="86868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2724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9160" y="3035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do negócio — 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como funciona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37490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0560" y="3749040"/>
            <a:ext cx="54864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09160" y="41330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SQL e o banco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 do sistema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oval">
            <a:avLst/>
          </a:prstGeom>
          <a:solidFill>
            <a:srgbClr val="38B2A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oval">
            <a:avLst/>
          </a:prstGeom>
          <a:solidFill>
            <a:srgbClr val="2C9A94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Salvando Nosso Trabalho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é como um álbum de fotos do seu código — cada commit é uma foto do momento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81912"/>
            <a:ext cx="438912" cy="438912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81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arquivos para a foto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331720"/>
            <a:ext cx="438912" cy="438912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3042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23042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"mensagem"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3042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a foto com uma legenda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08376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081528"/>
            <a:ext cx="438912" cy="438912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0540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30540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30540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para o álbum na nuvem (GitHub)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58184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831336"/>
            <a:ext cx="438912" cy="438912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31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38039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60320" y="38039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8039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o que mudou desde a última foto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n7-portaria-ai  •  Neural Tech  •  Aula 01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oval">
            <a:avLst/>
          </a:prstGeom>
          <a:solidFill>
            <a:srgbClr val="2C9A94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oval">
            <a:avLst/>
          </a:prstGeom>
          <a:solidFill>
            <a:srgbClr val="38B2AC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da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construir o hello_portaria.py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807208"/>
            <a:ext cx="320040" cy="32004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07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estrutura de pastas do projeto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91256"/>
            <a:ext cx="320040" cy="32004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91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1729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o ambiente virtual (venv)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320040" cy="32004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75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55701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 hello_portaria.py com TODOs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59352"/>
            <a:ext cx="320040" cy="32004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59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94106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programa e ver o resultado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320040" cy="320040"/>
          </a:xfrm>
          <a:prstGeom prst="oval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3251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o primeiro commit no Git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oval">
            <a:avLst/>
          </a:prstGeom>
          <a:solidFill>
            <a:srgbClr val="38B2A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oval">
            <a:avLst/>
          </a:prstGeom>
          <a:solidFill>
            <a:srgbClr val="2C9A94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 pelo
</a:t>
            </a:r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passo!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hoje: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n7-portaria-ai e seus 6 módulos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52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ferramentas: VS Code, Python, venv e Git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organizar as pastas do projeto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38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primeiro programa Python funcionando!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 </a:t>
            </a:r>
            <a:pPr indent="0" marL="0">
              <a:buNone/>
            </a:pPr>
            <a:r>
              <a:rPr lang="en-US" sz="13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— O Caderno de Registros Digital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Ademilson, cada linha de código é uma conquista. Você é incrível!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01 — Montando Nosso Canteiro de Obras Digital</dc:title>
  <dc:subject>PptxGenJS Presentation</dc:subject>
  <dc:creator>Thiago — Neural Tech</dc:creator>
  <cp:lastModifiedBy>Thiago — Neural Tech</cp:lastModifiedBy>
  <cp:revision>1</cp:revision>
  <dcterms:created xsi:type="dcterms:W3CDTF">2026-04-03T18:05:42Z</dcterms:created>
  <dcterms:modified xsi:type="dcterms:W3CDTF">2026-04-03T18:05:42Z</dcterms:modified>
</cp:coreProperties>
</file>